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6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8" r:id="rId10"/>
    <p:sldId id="269" r:id="rId11"/>
    <p:sldId id="271" r:id="rId12"/>
    <p:sldId id="272" r:id="rId13"/>
    <p:sldId id="265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nu Ambati" userId="bbc1ff8e78041632" providerId="LiveId" clId="{BB8C5E1F-47C9-4BCB-8B66-8D2908D1B0BF}"/>
    <pc:docChg chg="undo custSel addSld delSld modSld sldOrd modMainMaster">
      <pc:chgData name="Vishnu Ambati" userId="bbc1ff8e78041632" providerId="LiveId" clId="{BB8C5E1F-47C9-4BCB-8B66-8D2908D1B0BF}" dt="2023-06-01T04:53:57.183" v="810" actId="14100"/>
      <pc:docMkLst>
        <pc:docMk/>
      </pc:docMkLst>
      <pc:sldChg chg="new del">
        <pc:chgData name="Vishnu Ambati" userId="bbc1ff8e78041632" providerId="LiveId" clId="{BB8C5E1F-47C9-4BCB-8B66-8D2908D1B0BF}" dt="2023-06-01T04:04:00.863" v="2" actId="47"/>
        <pc:sldMkLst>
          <pc:docMk/>
          <pc:sldMk cId="2083421179" sldId="256"/>
        </pc:sldMkLst>
      </pc:sldChg>
      <pc:sldChg chg="new del">
        <pc:chgData name="Vishnu Ambati" userId="bbc1ff8e78041632" providerId="LiveId" clId="{BB8C5E1F-47C9-4BCB-8B66-8D2908D1B0BF}" dt="2023-06-01T04:04:07.842" v="4" actId="47"/>
        <pc:sldMkLst>
          <pc:docMk/>
          <pc:sldMk cId="907934245" sldId="257"/>
        </pc:sldMkLst>
      </pc:sldChg>
      <pc:sldChg chg="addSp modSp new mod">
        <pc:chgData name="Vishnu Ambati" userId="bbc1ff8e78041632" providerId="LiveId" clId="{BB8C5E1F-47C9-4BCB-8B66-8D2908D1B0BF}" dt="2023-06-01T04:05:55.131" v="45" actId="122"/>
        <pc:sldMkLst>
          <pc:docMk/>
          <pc:sldMk cId="1298533236" sldId="258"/>
        </pc:sldMkLst>
        <pc:spChg chg="add mod">
          <ac:chgData name="Vishnu Ambati" userId="bbc1ff8e78041632" providerId="LiveId" clId="{BB8C5E1F-47C9-4BCB-8B66-8D2908D1B0BF}" dt="2023-06-01T04:05:55.131" v="45" actId="122"/>
          <ac:spMkLst>
            <pc:docMk/>
            <pc:sldMk cId="1298533236" sldId="258"/>
            <ac:spMk id="2" creationId="{D46E772A-F6DD-AD91-65B8-2A0F8EA41332}"/>
          </ac:spMkLst>
        </pc:spChg>
      </pc:sldChg>
      <pc:sldChg chg="addSp modSp new mod">
        <pc:chgData name="Vishnu Ambati" userId="bbc1ff8e78041632" providerId="LiveId" clId="{BB8C5E1F-47C9-4BCB-8B66-8D2908D1B0BF}" dt="2023-06-01T04:07:49.158" v="62" actId="2710"/>
        <pc:sldMkLst>
          <pc:docMk/>
          <pc:sldMk cId="2382440081" sldId="259"/>
        </pc:sldMkLst>
        <pc:spChg chg="add mod">
          <ac:chgData name="Vishnu Ambati" userId="bbc1ff8e78041632" providerId="LiveId" clId="{BB8C5E1F-47C9-4BCB-8B66-8D2908D1B0BF}" dt="2023-06-01T04:06:31.945" v="58" actId="113"/>
          <ac:spMkLst>
            <pc:docMk/>
            <pc:sldMk cId="2382440081" sldId="259"/>
            <ac:spMk id="2" creationId="{67C21747-4822-64D8-A693-097838931576}"/>
          </ac:spMkLst>
        </pc:spChg>
        <pc:spChg chg="add mod">
          <ac:chgData name="Vishnu Ambati" userId="bbc1ff8e78041632" providerId="LiveId" clId="{BB8C5E1F-47C9-4BCB-8B66-8D2908D1B0BF}" dt="2023-06-01T04:07:49.158" v="62" actId="2710"/>
          <ac:spMkLst>
            <pc:docMk/>
            <pc:sldMk cId="2382440081" sldId="259"/>
            <ac:spMk id="3" creationId="{1E361AEE-88F4-73CA-22CD-87C064BAC1CF}"/>
          </ac:spMkLst>
        </pc:spChg>
      </pc:sldChg>
      <pc:sldChg chg="addSp modSp new mod">
        <pc:chgData name="Vishnu Ambati" userId="bbc1ff8e78041632" providerId="LiveId" clId="{BB8C5E1F-47C9-4BCB-8B66-8D2908D1B0BF}" dt="2023-06-01T04:12:43.151" v="213" actId="2710"/>
        <pc:sldMkLst>
          <pc:docMk/>
          <pc:sldMk cId="863637077" sldId="260"/>
        </pc:sldMkLst>
        <pc:spChg chg="add mod">
          <ac:chgData name="Vishnu Ambati" userId="bbc1ff8e78041632" providerId="LiveId" clId="{BB8C5E1F-47C9-4BCB-8B66-8D2908D1B0BF}" dt="2023-06-01T04:08:50.270" v="96" actId="403"/>
          <ac:spMkLst>
            <pc:docMk/>
            <pc:sldMk cId="863637077" sldId="260"/>
            <ac:spMk id="2" creationId="{D0287BC5-8388-32BF-EA85-F01B8522BEEF}"/>
          </ac:spMkLst>
        </pc:spChg>
        <pc:spChg chg="add mod">
          <ac:chgData name="Vishnu Ambati" userId="bbc1ff8e78041632" providerId="LiveId" clId="{BB8C5E1F-47C9-4BCB-8B66-8D2908D1B0BF}" dt="2023-06-01T04:12:43.151" v="213" actId="2710"/>
          <ac:spMkLst>
            <pc:docMk/>
            <pc:sldMk cId="863637077" sldId="260"/>
            <ac:spMk id="3" creationId="{7BC8348D-7274-41A1-4A26-43C77011073B}"/>
          </ac:spMkLst>
        </pc:spChg>
      </pc:sldChg>
      <pc:sldChg chg="addSp modSp new mod">
        <pc:chgData name="Vishnu Ambati" userId="bbc1ff8e78041632" providerId="LiveId" clId="{BB8C5E1F-47C9-4BCB-8B66-8D2908D1B0BF}" dt="2023-06-01T04:17:51.300" v="428" actId="313"/>
        <pc:sldMkLst>
          <pc:docMk/>
          <pc:sldMk cId="3022823331" sldId="261"/>
        </pc:sldMkLst>
        <pc:spChg chg="add mod">
          <ac:chgData name="Vishnu Ambati" userId="bbc1ff8e78041632" providerId="LiveId" clId="{BB8C5E1F-47C9-4BCB-8B66-8D2908D1B0BF}" dt="2023-06-01T04:13:30.473" v="248" actId="113"/>
          <ac:spMkLst>
            <pc:docMk/>
            <pc:sldMk cId="3022823331" sldId="261"/>
            <ac:spMk id="2" creationId="{F56F1816-0D44-D80C-C6C7-988C8079D967}"/>
          </ac:spMkLst>
        </pc:spChg>
        <pc:spChg chg="add mod">
          <ac:chgData name="Vishnu Ambati" userId="bbc1ff8e78041632" providerId="LiveId" clId="{BB8C5E1F-47C9-4BCB-8B66-8D2908D1B0BF}" dt="2023-06-01T04:17:51.300" v="428" actId="313"/>
          <ac:spMkLst>
            <pc:docMk/>
            <pc:sldMk cId="3022823331" sldId="261"/>
            <ac:spMk id="3" creationId="{D1D4822C-0BFA-DC80-1D27-16E7416E63EB}"/>
          </ac:spMkLst>
        </pc:spChg>
      </pc:sldChg>
      <pc:sldChg chg="addSp modSp new mod">
        <pc:chgData name="Vishnu Ambati" userId="bbc1ff8e78041632" providerId="LiveId" clId="{BB8C5E1F-47C9-4BCB-8B66-8D2908D1B0BF}" dt="2023-06-01T04:26:15.139" v="479" actId="14100"/>
        <pc:sldMkLst>
          <pc:docMk/>
          <pc:sldMk cId="1331608962" sldId="262"/>
        </pc:sldMkLst>
        <pc:spChg chg="add mod">
          <ac:chgData name="Vishnu Ambati" userId="bbc1ff8e78041632" providerId="LiveId" clId="{BB8C5E1F-47C9-4BCB-8B66-8D2908D1B0BF}" dt="2023-06-01T04:19:48.273" v="453" actId="113"/>
          <ac:spMkLst>
            <pc:docMk/>
            <pc:sldMk cId="1331608962" sldId="262"/>
            <ac:spMk id="2" creationId="{95C67CA0-A32B-1875-57BB-A86312C4F3C2}"/>
          </ac:spMkLst>
        </pc:spChg>
        <pc:spChg chg="add mod">
          <ac:chgData name="Vishnu Ambati" userId="bbc1ff8e78041632" providerId="LiveId" clId="{BB8C5E1F-47C9-4BCB-8B66-8D2908D1B0BF}" dt="2023-06-01T04:26:15.139" v="479" actId="14100"/>
          <ac:spMkLst>
            <pc:docMk/>
            <pc:sldMk cId="1331608962" sldId="262"/>
            <ac:spMk id="3" creationId="{4223198C-8295-D85C-6AC2-663438F73455}"/>
          </ac:spMkLst>
        </pc:spChg>
      </pc:sldChg>
      <pc:sldChg chg="addSp modSp new mod">
        <pc:chgData name="Vishnu Ambati" userId="bbc1ff8e78041632" providerId="LiveId" clId="{BB8C5E1F-47C9-4BCB-8B66-8D2908D1B0BF}" dt="2023-06-01T04:28:28.003" v="517" actId="1076"/>
        <pc:sldMkLst>
          <pc:docMk/>
          <pc:sldMk cId="1607872747" sldId="263"/>
        </pc:sldMkLst>
        <pc:spChg chg="add mod">
          <ac:chgData name="Vishnu Ambati" userId="bbc1ff8e78041632" providerId="LiveId" clId="{BB8C5E1F-47C9-4BCB-8B66-8D2908D1B0BF}" dt="2023-06-01T04:27:08.506" v="507" actId="207"/>
          <ac:spMkLst>
            <pc:docMk/>
            <pc:sldMk cId="1607872747" sldId="263"/>
            <ac:spMk id="2" creationId="{90208FFB-22EC-55F3-DE5C-F1EFE08AC4EB}"/>
          </ac:spMkLst>
        </pc:spChg>
        <pc:spChg chg="add mod">
          <ac:chgData name="Vishnu Ambati" userId="bbc1ff8e78041632" providerId="LiveId" clId="{BB8C5E1F-47C9-4BCB-8B66-8D2908D1B0BF}" dt="2023-06-01T04:28:28.003" v="517" actId="1076"/>
          <ac:spMkLst>
            <pc:docMk/>
            <pc:sldMk cId="1607872747" sldId="263"/>
            <ac:spMk id="3" creationId="{94B56CF9-4D52-1C0E-8193-7B40830DC411}"/>
          </ac:spMkLst>
        </pc:spChg>
      </pc:sldChg>
      <pc:sldChg chg="addSp delSp modSp new mod">
        <pc:chgData name="Vishnu Ambati" userId="bbc1ff8e78041632" providerId="LiveId" clId="{BB8C5E1F-47C9-4BCB-8B66-8D2908D1B0BF}" dt="2023-06-01T04:37:39.248" v="682"/>
        <pc:sldMkLst>
          <pc:docMk/>
          <pc:sldMk cId="492211552" sldId="264"/>
        </pc:sldMkLst>
        <pc:spChg chg="add mod">
          <ac:chgData name="Vishnu Ambati" userId="bbc1ff8e78041632" providerId="LiveId" clId="{BB8C5E1F-47C9-4BCB-8B66-8D2908D1B0BF}" dt="2023-06-01T04:29:09.053" v="544" actId="403"/>
          <ac:spMkLst>
            <pc:docMk/>
            <pc:sldMk cId="492211552" sldId="264"/>
            <ac:spMk id="2" creationId="{DB8B433E-905B-7CC1-0967-21D7B8160078}"/>
          </ac:spMkLst>
        </pc:spChg>
        <pc:spChg chg="add del mod">
          <ac:chgData name="Vishnu Ambati" userId="bbc1ff8e78041632" providerId="LiveId" clId="{BB8C5E1F-47C9-4BCB-8B66-8D2908D1B0BF}" dt="2023-06-01T04:29:26.526" v="546" actId="478"/>
          <ac:spMkLst>
            <pc:docMk/>
            <pc:sldMk cId="492211552" sldId="264"/>
            <ac:spMk id="3" creationId="{80F3312B-FD18-3D92-62D9-DBE93BD6AED6}"/>
          </ac:spMkLst>
        </pc:spChg>
        <pc:picChg chg="add mod">
          <ac:chgData name="Vishnu Ambati" userId="bbc1ff8e78041632" providerId="LiveId" clId="{BB8C5E1F-47C9-4BCB-8B66-8D2908D1B0BF}" dt="2023-06-01T04:37:39.248" v="682"/>
          <ac:picMkLst>
            <pc:docMk/>
            <pc:sldMk cId="492211552" sldId="264"/>
            <ac:picMk id="4" creationId="{DE7AF04F-4766-0C48-EFFF-D97A27B39335}"/>
          </ac:picMkLst>
        </pc:picChg>
      </pc:sldChg>
      <pc:sldChg chg="addSp modSp new mod ord">
        <pc:chgData name="Vishnu Ambati" userId="bbc1ff8e78041632" providerId="LiveId" clId="{BB8C5E1F-47C9-4BCB-8B66-8D2908D1B0BF}" dt="2023-06-01T04:48:19.304" v="775"/>
        <pc:sldMkLst>
          <pc:docMk/>
          <pc:sldMk cId="4176611942" sldId="265"/>
        </pc:sldMkLst>
        <pc:spChg chg="add mod">
          <ac:chgData name="Vishnu Ambati" userId="bbc1ff8e78041632" providerId="LiveId" clId="{BB8C5E1F-47C9-4BCB-8B66-8D2908D1B0BF}" dt="2023-06-01T04:30:25.856" v="574" actId="403"/>
          <ac:spMkLst>
            <pc:docMk/>
            <pc:sldMk cId="4176611942" sldId="265"/>
            <ac:spMk id="2" creationId="{A7079AC3-1E06-43ED-537E-7DDE6CBEDF04}"/>
          </ac:spMkLst>
        </pc:spChg>
        <pc:spChg chg="add mod">
          <ac:chgData name="Vishnu Ambati" userId="bbc1ff8e78041632" providerId="LiveId" clId="{BB8C5E1F-47C9-4BCB-8B66-8D2908D1B0BF}" dt="2023-06-01T04:35:38.924" v="680" actId="2710"/>
          <ac:spMkLst>
            <pc:docMk/>
            <pc:sldMk cId="4176611942" sldId="265"/>
            <ac:spMk id="3" creationId="{80113BBF-5DF0-B0B1-EC97-2A221474FC0A}"/>
          </ac:spMkLst>
        </pc:spChg>
      </pc:sldChg>
      <pc:sldChg chg="addSp modSp new mod">
        <pc:chgData name="Vishnu Ambati" userId="bbc1ff8e78041632" providerId="LiveId" clId="{BB8C5E1F-47C9-4BCB-8B66-8D2908D1B0BF}" dt="2023-06-01T04:38:33.644" v="688" actId="1076"/>
        <pc:sldMkLst>
          <pc:docMk/>
          <pc:sldMk cId="658837069" sldId="266"/>
        </pc:sldMkLst>
        <pc:picChg chg="add mod">
          <ac:chgData name="Vishnu Ambati" userId="bbc1ff8e78041632" providerId="LiveId" clId="{BB8C5E1F-47C9-4BCB-8B66-8D2908D1B0BF}" dt="2023-06-01T04:38:33.644" v="688" actId="1076"/>
          <ac:picMkLst>
            <pc:docMk/>
            <pc:sldMk cId="658837069" sldId="266"/>
            <ac:picMk id="2" creationId="{9A0A3C0D-1462-89B0-81EA-9E115C33E7DF}"/>
          </ac:picMkLst>
        </pc:picChg>
      </pc:sldChg>
      <pc:sldChg chg="add del">
        <pc:chgData name="Vishnu Ambati" userId="bbc1ff8e78041632" providerId="LiveId" clId="{BB8C5E1F-47C9-4BCB-8B66-8D2908D1B0BF}" dt="2023-06-01T04:37:43.073" v="683" actId="47"/>
        <pc:sldMkLst>
          <pc:docMk/>
          <pc:sldMk cId="4271210916" sldId="266"/>
        </pc:sldMkLst>
      </pc:sldChg>
      <pc:sldChg chg="new del">
        <pc:chgData name="Vishnu Ambati" userId="bbc1ff8e78041632" providerId="LiveId" clId="{BB8C5E1F-47C9-4BCB-8B66-8D2908D1B0BF}" dt="2023-06-01T04:48:05.654" v="771" actId="47"/>
        <pc:sldMkLst>
          <pc:docMk/>
          <pc:sldMk cId="4232458332" sldId="267"/>
        </pc:sldMkLst>
      </pc:sldChg>
      <pc:sldChg chg="delSp modSp add mod">
        <pc:chgData name="Vishnu Ambati" userId="bbc1ff8e78041632" providerId="LiveId" clId="{BB8C5E1F-47C9-4BCB-8B66-8D2908D1B0BF}" dt="2023-06-01T04:43:22.239" v="723"/>
        <pc:sldMkLst>
          <pc:docMk/>
          <pc:sldMk cId="3932011506" sldId="268"/>
        </pc:sldMkLst>
        <pc:spChg chg="mod">
          <ac:chgData name="Vishnu Ambati" userId="bbc1ff8e78041632" providerId="LiveId" clId="{BB8C5E1F-47C9-4BCB-8B66-8D2908D1B0BF}" dt="2023-06-01T04:42:23.794" v="707" actId="14100"/>
          <ac:spMkLst>
            <pc:docMk/>
            <pc:sldMk cId="3932011506" sldId="268"/>
            <ac:spMk id="2" creationId="{7DFA3C96-33D5-8E20-343B-3BD7900762D0}"/>
          </ac:spMkLst>
        </pc:spChg>
        <pc:spChg chg="mod">
          <ac:chgData name="Vishnu Ambati" userId="bbc1ff8e78041632" providerId="LiveId" clId="{BB8C5E1F-47C9-4BCB-8B66-8D2908D1B0BF}" dt="2023-06-01T04:43:04.623" v="721" actId="14100"/>
          <ac:spMkLst>
            <pc:docMk/>
            <pc:sldMk cId="3932011506" sldId="268"/>
            <ac:spMk id="1532" creationId="{00000000-0000-0000-0000-000000000000}"/>
          </ac:spMkLst>
        </pc:spChg>
        <pc:spChg chg="mod">
          <ac:chgData name="Vishnu Ambati" userId="bbc1ff8e78041632" providerId="LiveId" clId="{BB8C5E1F-47C9-4BCB-8B66-8D2908D1B0BF}" dt="2023-06-01T04:43:22.239" v="723"/>
          <ac:spMkLst>
            <pc:docMk/>
            <pc:sldMk cId="3932011506" sldId="268"/>
            <ac:spMk id="1533" creationId="{00000000-0000-0000-0000-000000000000}"/>
          </ac:spMkLst>
        </pc:spChg>
        <pc:grpChg chg="del">
          <ac:chgData name="Vishnu Ambati" userId="bbc1ff8e78041632" providerId="LiveId" clId="{BB8C5E1F-47C9-4BCB-8B66-8D2908D1B0BF}" dt="2023-06-01T04:42:26.652" v="708" actId="478"/>
          <ac:grpSpMkLst>
            <pc:docMk/>
            <pc:sldMk cId="3932011506" sldId="268"/>
            <ac:grpSpMk id="1537" creationId="{00000000-0000-0000-0000-000000000000}"/>
          </ac:grpSpMkLst>
        </pc:grpChg>
        <pc:picChg chg="mod">
          <ac:chgData name="Vishnu Ambati" userId="bbc1ff8e78041632" providerId="LiveId" clId="{BB8C5E1F-47C9-4BCB-8B66-8D2908D1B0BF}" dt="2023-06-01T04:42:32.434" v="709" actId="1076"/>
          <ac:picMkLst>
            <pc:docMk/>
            <pc:sldMk cId="3932011506" sldId="268"/>
            <ac:picMk id="7" creationId="{7DFCD9CC-F25A-22A1-1CC3-AC9A2FF8058A}"/>
          </ac:picMkLst>
        </pc:picChg>
      </pc:sldChg>
      <pc:sldChg chg="delSp modSp add mod">
        <pc:chgData name="Vishnu Ambati" userId="bbc1ff8e78041632" providerId="LiveId" clId="{BB8C5E1F-47C9-4BCB-8B66-8D2908D1B0BF}" dt="2023-06-01T04:44:53.591" v="736" actId="478"/>
        <pc:sldMkLst>
          <pc:docMk/>
          <pc:sldMk cId="956202316" sldId="269"/>
        </pc:sldMkLst>
        <pc:spChg chg="mod">
          <ac:chgData name="Vishnu Ambati" userId="bbc1ff8e78041632" providerId="LiveId" clId="{BB8C5E1F-47C9-4BCB-8B66-8D2908D1B0BF}" dt="2023-06-01T04:44:29.053" v="734" actId="1076"/>
          <ac:spMkLst>
            <pc:docMk/>
            <pc:sldMk cId="956202316" sldId="269"/>
            <ac:spMk id="2" creationId="{7DFA3C96-33D5-8E20-343B-3BD7900762D0}"/>
          </ac:spMkLst>
        </pc:spChg>
        <pc:spChg chg="mod">
          <ac:chgData name="Vishnu Ambati" userId="bbc1ff8e78041632" providerId="LiveId" clId="{BB8C5E1F-47C9-4BCB-8B66-8D2908D1B0BF}" dt="2023-06-01T04:44:22.089" v="733" actId="207"/>
          <ac:spMkLst>
            <pc:docMk/>
            <pc:sldMk cId="956202316" sldId="269"/>
            <ac:spMk id="1532" creationId="{00000000-0000-0000-0000-000000000000}"/>
          </ac:spMkLst>
        </pc:spChg>
        <pc:spChg chg="mod">
          <ac:chgData name="Vishnu Ambati" userId="bbc1ff8e78041632" providerId="LiveId" clId="{BB8C5E1F-47C9-4BCB-8B66-8D2908D1B0BF}" dt="2023-06-01T04:43:22.239" v="723"/>
          <ac:spMkLst>
            <pc:docMk/>
            <pc:sldMk cId="956202316" sldId="269"/>
            <ac:spMk id="1533" creationId="{00000000-0000-0000-0000-000000000000}"/>
          </ac:spMkLst>
        </pc:spChg>
        <pc:grpChg chg="del">
          <ac:chgData name="Vishnu Ambati" userId="bbc1ff8e78041632" providerId="LiveId" clId="{BB8C5E1F-47C9-4BCB-8B66-8D2908D1B0BF}" dt="2023-06-01T04:44:53.591" v="736" actId="478"/>
          <ac:grpSpMkLst>
            <pc:docMk/>
            <pc:sldMk cId="956202316" sldId="269"/>
            <ac:grpSpMk id="1537" creationId="{00000000-0000-0000-0000-000000000000}"/>
          </ac:grpSpMkLst>
        </pc:grpChg>
        <pc:picChg chg="mod">
          <ac:chgData name="Vishnu Ambati" userId="bbc1ff8e78041632" providerId="LiveId" clId="{BB8C5E1F-47C9-4BCB-8B66-8D2908D1B0BF}" dt="2023-06-01T04:44:39.449" v="735" actId="1076"/>
          <ac:picMkLst>
            <pc:docMk/>
            <pc:sldMk cId="956202316" sldId="269"/>
            <ac:picMk id="4" creationId="{E3A56485-F910-2B64-A558-8AFE65531B47}"/>
          </ac:picMkLst>
        </pc:picChg>
      </pc:sldChg>
      <pc:sldChg chg="delSp modSp add mod">
        <pc:chgData name="Vishnu Ambati" userId="bbc1ff8e78041632" providerId="LiveId" clId="{BB8C5E1F-47C9-4BCB-8B66-8D2908D1B0BF}" dt="2023-06-01T04:46:13.733" v="755" actId="14100"/>
        <pc:sldMkLst>
          <pc:docMk/>
          <pc:sldMk cId="4274405366" sldId="271"/>
        </pc:sldMkLst>
        <pc:spChg chg="mod">
          <ac:chgData name="Vishnu Ambati" userId="bbc1ff8e78041632" providerId="LiveId" clId="{BB8C5E1F-47C9-4BCB-8B66-8D2908D1B0BF}" dt="2023-06-01T04:45:56.549" v="751" actId="20577"/>
          <ac:spMkLst>
            <pc:docMk/>
            <pc:sldMk cId="4274405366" sldId="271"/>
            <ac:spMk id="2" creationId="{7DFA3C96-33D5-8E20-343B-3BD7900762D0}"/>
          </ac:spMkLst>
        </pc:spChg>
        <pc:spChg chg="mod">
          <ac:chgData name="Vishnu Ambati" userId="bbc1ff8e78041632" providerId="LiveId" clId="{BB8C5E1F-47C9-4BCB-8B66-8D2908D1B0BF}" dt="2023-06-01T04:45:18.769" v="744" actId="14100"/>
          <ac:spMkLst>
            <pc:docMk/>
            <pc:sldMk cId="4274405366" sldId="271"/>
            <ac:spMk id="1532" creationId="{00000000-0000-0000-0000-000000000000}"/>
          </ac:spMkLst>
        </pc:spChg>
        <pc:spChg chg="mod">
          <ac:chgData name="Vishnu Ambati" userId="bbc1ff8e78041632" providerId="LiveId" clId="{BB8C5E1F-47C9-4BCB-8B66-8D2908D1B0BF}" dt="2023-06-01T04:43:22.239" v="723"/>
          <ac:spMkLst>
            <pc:docMk/>
            <pc:sldMk cId="4274405366" sldId="271"/>
            <ac:spMk id="1533" creationId="{00000000-0000-0000-0000-000000000000}"/>
          </ac:spMkLst>
        </pc:spChg>
        <pc:grpChg chg="del">
          <ac:chgData name="Vishnu Ambati" userId="bbc1ff8e78041632" providerId="LiveId" clId="{BB8C5E1F-47C9-4BCB-8B66-8D2908D1B0BF}" dt="2023-06-01T04:46:05.866" v="753" actId="478"/>
          <ac:grpSpMkLst>
            <pc:docMk/>
            <pc:sldMk cId="4274405366" sldId="271"/>
            <ac:grpSpMk id="1537" creationId="{00000000-0000-0000-0000-000000000000}"/>
          </ac:grpSpMkLst>
        </pc:grpChg>
        <pc:picChg chg="mod">
          <ac:chgData name="Vishnu Ambati" userId="bbc1ff8e78041632" providerId="LiveId" clId="{BB8C5E1F-47C9-4BCB-8B66-8D2908D1B0BF}" dt="2023-06-01T04:46:13.733" v="755" actId="14100"/>
          <ac:picMkLst>
            <pc:docMk/>
            <pc:sldMk cId="4274405366" sldId="271"/>
            <ac:picMk id="7" creationId="{7DFCD9CC-F25A-22A1-1CC3-AC9A2FF8058A}"/>
          </ac:picMkLst>
        </pc:picChg>
      </pc:sldChg>
      <pc:sldChg chg="delSp modSp add mod">
        <pc:chgData name="Vishnu Ambati" userId="bbc1ff8e78041632" providerId="LiveId" clId="{BB8C5E1F-47C9-4BCB-8B66-8D2908D1B0BF}" dt="2023-06-01T04:47:45.641" v="770" actId="14100"/>
        <pc:sldMkLst>
          <pc:docMk/>
          <pc:sldMk cId="2806585163" sldId="272"/>
        </pc:sldMkLst>
        <pc:spChg chg="mod">
          <ac:chgData name="Vishnu Ambati" userId="bbc1ff8e78041632" providerId="LiveId" clId="{BB8C5E1F-47C9-4BCB-8B66-8D2908D1B0BF}" dt="2023-06-01T04:47:29.548" v="763" actId="2711"/>
          <ac:spMkLst>
            <pc:docMk/>
            <pc:sldMk cId="2806585163" sldId="272"/>
            <ac:spMk id="2" creationId="{7DFA3C96-33D5-8E20-343B-3BD7900762D0}"/>
          </ac:spMkLst>
        </pc:spChg>
        <pc:spChg chg="mod">
          <ac:chgData name="Vishnu Ambati" userId="bbc1ff8e78041632" providerId="LiveId" clId="{BB8C5E1F-47C9-4BCB-8B66-8D2908D1B0BF}" dt="2023-06-01T04:47:45.641" v="770" actId="14100"/>
          <ac:spMkLst>
            <pc:docMk/>
            <pc:sldMk cId="2806585163" sldId="272"/>
            <ac:spMk id="1532" creationId="{00000000-0000-0000-0000-000000000000}"/>
          </ac:spMkLst>
        </pc:spChg>
        <pc:spChg chg="mod">
          <ac:chgData name="Vishnu Ambati" userId="bbc1ff8e78041632" providerId="LiveId" clId="{BB8C5E1F-47C9-4BCB-8B66-8D2908D1B0BF}" dt="2023-06-01T04:43:22.239" v="723"/>
          <ac:spMkLst>
            <pc:docMk/>
            <pc:sldMk cId="2806585163" sldId="272"/>
            <ac:spMk id="1533" creationId="{00000000-0000-0000-0000-000000000000}"/>
          </ac:spMkLst>
        </pc:spChg>
        <pc:grpChg chg="del">
          <ac:chgData name="Vishnu Ambati" userId="bbc1ff8e78041632" providerId="LiveId" clId="{BB8C5E1F-47C9-4BCB-8B66-8D2908D1B0BF}" dt="2023-06-01T04:46:50.590" v="757" actId="478"/>
          <ac:grpSpMkLst>
            <pc:docMk/>
            <pc:sldMk cId="2806585163" sldId="272"/>
            <ac:grpSpMk id="1537" creationId="{00000000-0000-0000-0000-000000000000}"/>
          </ac:grpSpMkLst>
        </pc:grpChg>
        <pc:picChg chg="mod">
          <ac:chgData name="Vishnu Ambati" userId="bbc1ff8e78041632" providerId="LiveId" clId="{BB8C5E1F-47C9-4BCB-8B66-8D2908D1B0BF}" dt="2023-06-01T04:47:14.409" v="762" actId="1076"/>
          <ac:picMkLst>
            <pc:docMk/>
            <pc:sldMk cId="2806585163" sldId="272"/>
            <ac:picMk id="4" creationId="{F91F07EA-FE8F-40FF-2D56-A567596E6B6B}"/>
          </ac:picMkLst>
        </pc:picChg>
      </pc:sldChg>
      <pc:sldChg chg="addSp modSp new mod">
        <pc:chgData name="Vishnu Ambati" userId="bbc1ff8e78041632" providerId="LiveId" clId="{BB8C5E1F-47C9-4BCB-8B66-8D2908D1B0BF}" dt="2023-06-01T04:53:57.183" v="810" actId="14100"/>
        <pc:sldMkLst>
          <pc:docMk/>
          <pc:sldMk cId="3226637220" sldId="273"/>
        </pc:sldMkLst>
        <pc:spChg chg="add mod">
          <ac:chgData name="Vishnu Ambati" userId="bbc1ff8e78041632" providerId="LiveId" clId="{BB8C5E1F-47C9-4BCB-8B66-8D2908D1B0BF}" dt="2023-06-01T04:49:09.850" v="794" actId="313"/>
          <ac:spMkLst>
            <pc:docMk/>
            <pc:sldMk cId="3226637220" sldId="273"/>
            <ac:spMk id="2" creationId="{C1F36BBF-99FC-2F94-88F6-B59283A8210C}"/>
          </ac:spMkLst>
        </pc:spChg>
        <pc:spChg chg="add mod">
          <ac:chgData name="Vishnu Ambati" userId="bbc1ff8e78041632" providerId="LiveId" clId="{BB8C5E1F-47C9-4BCB-8B66-8D2908D1B0BF}" dt="2023-06-01T04:53:57.183" v="810" actId="14100"/>
          <ac:spMkLst>
            <pc:docMk/>
            <pc:sldMk cId="3226637220" sldId="273"/>
            <ac:spMk id="3" creationId="{915BA070-AA9B-4C30-F9F8-743C4E5C5A97}"/>
          </ac:spMkLst>
        </pc:spChg>
      </pc:sldChg>
      <pc:sldMasterChg chg="delSldLayout">
        <pc:chgData name="Vishnu Ambati" userId="bbc1ff8e78041632" providerId="LiveId" clId="{BB8C5E1F-47C9-4BCB-8B66-8D2908D1B0BF}" dt="2023-06-01T04:37:43.073" v="683" actId="47"/>
        <pc:sldMasterMkLst>
          <pc:docMk/>
          <pc:sldMasterMk cId="4214087439" sldId="2147483660"/>
        </pc:sldMasterMkLst>
        <pc:sldLayoutChg chg="del">
          <pc:chgData name="Vishnu Ambati" userId="bbc1ff8e78041632" providerId="LiveId" clId="{BB8C5E1F-47C9-4BCB-8B66-8D2908D1B0BF}" dt="2023-06-01T04:37:43.073" v="683" actId="47"/>
          <pc:sldLayoutMkLst>
            <pc:docMk/>
            <pc:sldMasterMk cId="4214087439" sldId="2147483660"/>
            <pc:sldLayoutMk cId="1550910049" sldId="2147483677"/>
          </pc:sldLayoutMkLst>
        </pc:sldLayoutChg>
      </pc:sldMasterChg>
      <pc:sldMasterChg chg="modSldLayout">
        <pc:chgData name="Vishnu Ambati" userId="bbc1ff8e78041632" providerId="LiveId" clId="{BB8C5E1F-47C9-4BCB-8B66-8D2908D1B0BF}" dt="2023-06-01T04:41:48.231" v="691"/>
        <pc:sldMasterMkLst>
          <pc:docMk/>
          <pc:sldMasterMk cId="4218196123" sldId="2147483678"/>
        </pc:sldMasterMkLst>
        <pc:sldLayoutChg chg="delSp">
          <pc:chgData name="Vishnu Ambati" userId="bbc1ff8e78041632" providerId="LiveId" clId="{BB8C5E1F-47C9-4BCB-8B66-8D2908D1B0BF}" dt="2023-06-01T04:41:48.231" v="691"/>
          <pc:sldLayoutMkLst>
            <pc:docMk/>
            <pc:sldMasterMk cId="4218196123" sldId="2147483678"/>
            <pc:sldLayoutMk cId="3880126359" sldId="2147483695"/>
          </pc:sldLayoutMkLst>
          <pc:spChg chg="del">
            <ac:chgData name="Vishnu Ambati" userId="bbc1ff8e78041632" providerId="LiveId" clId="{BB8C5E1F-47C9-4BCB-8B66-8D2908D1B0BF}" dt="2023-06-01T04:41:48.231" v="691"/>
            <ac:spMkLst>
              <pc:docMk/>
              <pc:sldMasterMk cId="4218196123" sldId="2147483678"/>
              <pc:sldLayoutMk cId="3880126359" sldId="2147483695"/>
              <ac:spMk id="92" creationId="{00000000-0000-0000-0000-000000000000}"/>
            </ac:spMkLst>
          </pc:spChg>
          <pc:spChg chg="del">
            <ac:chgData name="Vishnu Ambati" userId="bbc1ff8e78041632" providerId="LiveId" clId="{BB8C5E1F-47C9-4BCB-8B66-8D2908D1B0BF}" dt="2023-06-01T04:41:48.231" v="691"/>
            <ac:spMkLst>
              <pc:docMk/>
              <pc:sldMasterMk cId="4218196123" sldId="2147483678"/>
              <pc:sldLayoutMk cId="3880126359" sldId="2147483695"/>
              <ac:spMk id="98" creationId="{00000000-0000-0000-0000-000000000000}"/>
            </ac:spMkLst>
          </pc:spChg>
          <pc:spChg chg="del">
            <ac:chgData name="Vishnu Ambati" userId="bbc1ff8e78041632" providerId="LiveId" clId="{BB8C5E1F-47C9-4BCB-8B66-8D2908D1B0BF}" dt="2023-06-01T04:41:48.231" v="691"/>
            <ac:spMkLst>
              <pc:docMk/>
              <pc:sldMasterMk cId="4218196123" sldId="2147483678"/>
              <pc:sldLayoutMk cId="3880126359" sldId="2147483695"/>
              <ac:spMk id="99" creationId="{00000000-0000-0000-0000-000000000000}"/>
            </ac:spMkLst>
          </pc:spChg>
          <pc:grpChg chg="del">
            <ac:chgData name="Vishnu Ambati" userId="bbc1ff8e78041632" providerId="LiveId" clId="{BB8C5E1F-47C9-4BCB-8B66-8D2908D1B0BF}" dt="2023-06-01T04:41:48.231" v="691"/>
            <ac:grpSpMkLst>
              <pc:docMk/>
              <pc:sldMasterMk cId="4218196123" sldId="2147483678"/>
              <pc:sldLayoutMk cId="3880126359" sldId="2147483695"/>
              <ac:grpSpMk id="100" creationId="{00000000-0000-0000-0000-000000000000}"/>
            </ac:grpSpMkLst>
          </pc:grpChg>
          <pc:grpChg chg="del">
            <ac:chgData name="Vishnu Ambati" userId="bbc1ff8e78041632" providerId="LiveId" clId="{BB8C5E1F-47C9-4BCB-8B66-8D2908D1B0BF}" dt="2023-06-01T04:41:48.231" v="691"/>
            <ac:grpSpMkLst>
              <pc:docMk/>
              <pc:sldMasterMk cId="4218196123" sldId="2147483678"/>
              <pc:sldLayoutMk cId="3880126359" sldId="2147483695"/>
              <ac:grpSpMk id="112" creationId="{00000000-0000-0000-0000-000000000000}"/>
            </ac:grpSpMkLst>
          </pc:grpChg>
          <pc:grpChg chg="del">
            <ac:chgData name="Vishnu Ambati" userId="bbc1ff8e78041632" providerId="LiveId" clId="{BB8C5E1F-47C9-4BCB-8B66-8D2908D1B0BF}" dt="2023-06-01T04:41:48.231" v="691"/>
            <ac:grpSpMkLst>
              <pc:docMk/>
              <pc:sldMasterMk cId="4218196123" sldId="2147483678"/>
              <pc:sldLayoutMk cId="3880126359" sldId="2147483695"/>
              <ac:grpSpMk id="122" creationId="{00000000-0000-0000-0000-000000000000}"/>
            </ac:grpSpMkLst>
          </pc:gr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0E042-2780-490A-9022-ACD74EAA8BC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7CD3D-2774-4931-A8CA-5DCD488A976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7025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962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5179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8284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6580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240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603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868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9761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553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237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3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43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03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0795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8756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69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6855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977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1916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23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"/>
          <p:cNvSpPr txBox="1">
            <a:spLocks noGrp="1"/>
          </p:cNvSpPr>
          <p:nvPr>
            <p:ph type="subTitle" idx="1"/>
          </p:nvPr>
        </p:nvSpPr>
        <p:spPr>
          <a:xfrm>
            <a:off x="6720068" y="4326100"/>
            <a:ext cx="37652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95" name="Google Shape;95;p5"/>
          <p:cNvSpPr txBox="1">
            <a:spLocks noGrp="1"/>
          </p:cNvSpPr>
          <p:nvPr>
            <p:ph type="subTitle" idx="2"/>
          </p:nvPr>
        </p:nvSpPr>
        <p:spPr>
          <a:xfrm>
            <a:off x="1706533" y="4326100"/>
            <a:ext cx="37652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subTitle" idx="3"/>
          </p:nvPr>
        </p:nvSpPr>
        <p:spPr>
          <a:xfrm>
            <a:off x="6720065" y="3799700"/>
            <a:ext cx="3765200" cy="55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accent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subTitle" idx="4"/>
          </p:nvPr>
        </p:nvSpPr>
        <p:spPr>
          <a:xfrm>
            <a:off x="1706547" y="3799700"/>
            <a:ext cx="3765200" cy="55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2589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A9697-1107-4C87-9F25-EE17162DD950}" type="datetimeFigureOut">
              <a:rPr lang="en-IN" smtClean="0"/>
              <a:t>01-06-2023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3A09C9D-FFE9-45DF-AE54-186ABF8462F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20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6E772A-F6DD-AD91-65B8-2A0F8EA41332}"/>
              </a:ext>
            </a:extLst>
          </p:cNvPr>
          <p:cNvSpPr txBox="1"/>
          <p:nvPr/>
        </p:nvSpPr>
        <p:spPr>
          <a:xfrm>
            <a:off x="2554665" y="1178350"/>
            <a:ext cx="6033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&amp; Prevention</a:t>
            </a:r>
            <a:endParaRPr lang="en-I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53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C21747-4822-64D8-A693-097838931576}"/>
              </a:ext>
            </a:extLst>
          </p:cNvPr>
          <p:cNvSpPr txBox="1"/>
          <p:nvPr/>
        </p:nvSpPr>
        <p:spPr>
          <a:xfrm>
            <a:off x="2158738" y="1517715"/>
            <a:ext cx="6174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361AEE-88F4-73CA-22CD-87C064BAC1CF}"/>
              </a:ext>
            </a:extLst>
          </p:cNvPr>
          <p:cNvSpPr txBox="1"/>
          <p:nvPr/>
        </p:nvSpPr>
        <p:spPr>
          <a:xfrm>
            <a:off x="2234153" y="2403835"/>
            <a:ext cx="7645138" cy="2441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54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SQL Injection</a:t>
            </a:r>
          </a:p>
          <a:p>
            <a:pPr marL="4254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SQL Injection Attacks</a:t>
            </a:r>
          </a:p>
          <a:p>
            <a:pPr marL="4254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SQL injection Vulnerabilities</a:t>
            </a:r>
          </a:p>
          <a:p>
            <a:pPr marL="4254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Technique for SQL Injection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244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287BC5-8388-32BF-EA85-F01B8522BEEF}"/>
              </a:ext>
            </a:extLst>
          </p:cNvPr>
          <p:cNvSpPr txBox="1"/>
          <p:nvPr/>
        </p:nvSpPr>
        <p:spPr>
          <a:xfrm>
            <a:off x="2177592" y="1395167"/>
            <a:ext cx="6513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SQL Injection</a:t>
            </a:r>
            <a:endParaRPr lang="en-I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8348D-7274-41A1-4A26-43C77011073B}"/>
              </a:ext>
            </a:extLst>
          </p:cNvPr>
          <p:cNvSpPr txBox="1"/>
          <p:nvPr/>
        </p:nvSpPr>
        <p:spPr>
          <a:xfrm>
            <a:off x="2290712" y="2033833"/>
            <a:ext cx="6155703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data access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code Execution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 of Service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Injection</a:t>
            </a:r>
          </a:p>
        </p:txBody>
      </p:sp>
    </p:spTree>
    <p:extLst>
      <p:ext uri="{BB962C8B-B14F-4D97-AF65-F5344CB8AC3E}">
        <p14:creationId xmlns:p14="http://schemas.microsoft.com/office/powerpoint/2010/main" val="863637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6F1816-0D44-D80C-C6C7-988C8079D967}"/>
              </a:ext>
            </a:extLst>
          </p:cNvPr>
          <p:cNvSpPr txBox="1"/>
          <p:nvPr/>
        </p:nvSpPr>
        <p:spPr>
          <a:xfrm>
            <a:off x="2300140" y="1121790"/>
            <a:ext cx="4562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Preventing SQL Injection</a:t>
            </a:r>
            <a:endParaRPr lang="en-I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4822C-0BFA-DC80-1D27-16E7416E63EB}"/>
              </a:ext>
            </a:extLst>
          </p:cNvPr>
          <p:cNvSpPr txBox="1"/>
          <p:nvPr/>
        </p:nvSpPr>
        <p:spPr>
          <a:xfrm>
            <a:off x="2479249" y="2017336"/>
            <a:ext cx="5052767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and Sanitization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privilege principle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of Least exposures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Updates and patches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Firewalls</a:t>
            </a:r>
          </a:p>
        </p:txBody>
      </p:sp>
    </p:spTree>
    <p:extLst>
      <p:ext uri="{BB962C8B-B14F-4D97-AF65-F5344CB8AC3E}">
        <p14:creationId xmlns:p14="http://schemas.microsoft.com/office/powerpoint/2010/main" val="302282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C67CA0-A32B-1875-57BB-A86312C4F3C2}"/>
              </a:ext>
            </a:extLst>
          </p:cNvPr>
          <p:cNvSpPr txBox="1"/>
          <p:nvPr/>
        </p:nvSpPr>
        <p:spPr>
          <a:xfrm>
            <a:off x="2271860" y="12631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3198C-8295-D85C-6AC2-663438F73455}"/>
              </a:ext>
            </a:extLst>
          </p:cNvPr>
          <p:cNvSpPr txBox="1"/>
          <p:nvPr/>
        </p:nvSpPr>
        <p:spPr>
          <a:xfrm>
            <a:off x="2375554" y="2243579"/>
            <a:ext cx="906858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 the login application does not perform correct input validation of the form fields, the attacker can inject strings into the query that alter its semantics.</a:t>
            </a:r>
          </a:p>
          <a:p>
            <a:pPr algn="just"/>
            <a:endParaRPr lang="en-IN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</a:rPr>
              <a:t>EX: 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consider a hacker entering “</a:t>
            </a:r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OR 1=1” --</a:t>
            </a:r>
            <a:r>
              <a:rPr lang="en-IN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one of SQL injection string as in the table(1), the “--” command indicates a comment in Transact-SQL. Hence, everything after the first “--” is ignored by the SQL database engine with the help of the first quote in the input string, the user’s name string is closed, while the “OR 1=1” adds a clause to the query which evaluates to true for every row in the table. When executing this query, the database returns all user rows, which applications often interpret as a valid login. So, in the proposed system all client-supplied data needs to be cleansed of any characters or strings that could possibly be used maliciously.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160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208FFB-22EC-55F3-DE5C-F1EFE08AC4EB}"/>
              </a:ext>
            </a:extLst>
          </p:cNvPr>
          <p:cNvSpPr txBox="1"/>
          <p:nvPr/>
        </p:nvSpPr>
        <p:spPr>
          <a:xfrm>
            <a:off x="2122714" y="1322614"/>
            <a:ext cx="5780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Requirements:</a:t>
            </a:r>
            <a:endParaRPr lang="en-I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56CF9-4D52-1C0E-8193-7B40830DC411}"/>
              </a:ext>
            </a:extLst>
          </p:cNvPr>
          <p:cNvSpPr txBox="1"/>
          <p:nvPr/>
        </p:nvSpPr>
        <p:spPr>
          <a:xfrm>
            <a:off x="2122714" y="2041072"/>
            <a:ext cx="5110843" cy="3884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HTML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CSS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BOOTSTRAP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PHP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Windows 10 or higher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XAMPP Apache tomcat server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MySQL database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872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8B433E-905B-7CC1-0967-21D7B8160078}"/>
              </a:ext>
            </a:extLst>
          </p:cNvPr>
          <p:cNvSpPr txBox="1"/>
          <p:nvPr/>
        </p:nvSpPr>
        <p:spPr>
          <a:xfrm>
            <a:off x="1861457" y="1404257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  <a:endParaRPr lang="en-I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Fig. 2">
            <a:extLst>
              <a:ext uri="{FF2B5EF4-FFF2-40B4-BE49-F238E27FC236}">
                <a16:creationId xmlns:a16="http://schemas.microsoft.com/office/drawing/2014/main" id="{DE7AF04F-4766-0C48-EFFF-D97A27B393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994" y="2007921"/>
            <a:ext cx="7642013" cy="3183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2211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0A3C0D-1462-89B0-81EA-9E115C33E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30" y="1159328"/>
            <a:ext cx="6207669" cy="326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37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3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8136866" cy="5909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AFTER SQL INJECTION ATTACK</a:t>
            </a:r>
          </a:p>
        </p:txBody>
      </p:sp>
      <p:sp>
        <p:nvSpPr>
          <p:cNvPr id="1533" name="Google Shape;1533;p3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/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DFA3C96-33D5-8E20-343B-3BD7900762D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461155" y="2431301"/>
            <a:ext cx="7635711" cy="4699611"/>
          </a:xfrm>
        </p:spPr>
        <p:txBody>
          <a:bodyPr/>
          <a:lstStyle/>
          <a:p>
            <a:pPr algn="l"/>
            <a:endParaRPr lang="en-US" dirty="0"/>
          </a:p>
          <a:p>
            <a:pPr algn="l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FCD9CC-F25A-22A1-1CC3-AC9A2FF80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155" y="1859531"/>
            <a:ext cx="10260944" cy="393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1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32"/>
          <p:cNvSpPr txBox="1">
            <a:spLocks noGrp="1"/>
          </p:cNvSpPr>
          <p:nvPr>
            <p:ph type="title"/>
          </p:nvPr>
        </p:nvSpPr>
        <p:spPr>
          <a:xfrm>
            <a:off x="960000" y="593368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AFTER SQL INJECTION ATTACK</a:t>
            </a:r>
          </a:p>
        </p:txBody>
      </p:sp>
      <p:sp>
        <p:nvSpPr>
          <p:cNvPr id="1533" name="Google Shape;1533;p3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/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DFA3C96-33D5-8E20-343B-3BD7900762D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072704" y="1565814"/>
            <a:ext cx="10934128" cy="5010387"/>
          </a:xfrm>
        </p:spPr>
        <p:txBody>
          <a:bodyPr/>
          <a:lstStyle/>
          <a:p>
            <a:pPr algn="l"/>
            <a:r>
              <a:rPr lang="en-US" dirty="0"/>
              <a:t>WELCOME PAGE:</a:t>
            </a:r>
          </a:p>
          <a:p>
            <a:pPr algn="l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A56485-F910-2B64-A558-8AFE65531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306" y="2218516"/>
            <a:ext cx="9845388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02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32"/>
          <p:cNvSpPr txBox="1">
            <a:spLocks noGrp="1"/>
          </p:cNvSpPr>
          <p:nvPr>
            <p:ph type="title"/>
          </p:nvPr>
        </p:nvSpPr>
        <p:spPr>
          <a:xfrm>
            <a:off x="960000" y="593368"/>
            <a:ext cx="10272000" cy="61298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AFTER SQL INJECTION PREVENTION</a:t>
            </a:r>
          </a:p>
        </p:txBody>
      </p:sp>
      <p:sp>
        <p:nvSpPr>
          <p:cNvPr id="1533" name="Google Shape;1533;p3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/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DFA3C96-33D5-8E20-343B-3BD7900762D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960000" y="1565814"/>
            <a:ext cx="10603809" cy="5010387"/>
          </a:xfrm>
        </p:spPr>
        <p:txBody>
          <a:bodyPr/>
          <a:lstStyle/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FCD9CC-F25A-22A1-1CC3-AC9A2FF80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564" y="2007922"/>
            <a:ext cx="8942568" cy="386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405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32"/>
          <p:cNvSpPr txBox="1">
            <a:spLocks noGrp="1"/>
          </p:cNvSpPr>
          <p:nvPr>
            <p:ph type="title"/>
          </p:nvPr>
        </p:nvSpPr>
        <p:spPr>
          <a:xfrm>
            <a:off x="960000" y="593368"/>
            <a:ext cx="10272000" cy="72587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AFTER SQL INJECTION PREVENTION</a:t>
            </a:r>
          </a:p>
        </p:txBody>
      </p:sp>
      <p:sp>
        <p:nvSpPr>
          <p:cNvPr id="1533" name="Google Shape;1533;p3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/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DFA3C96-33D5-8E20-343B-3BD7900762D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142289" y="1602051"/>
            <a:ext cx="9907421" cy="5010387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</a:p>
          <a:p>
            <a:pPr algn="l"/>
            <a:endParaRPr lang="en-IN" dirty="0"/>
          </a:p>
          <a:p>
            <a:pPr algn="l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1F07EA-FE8F-40FF-2D56-A567596E6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289" y="2170146"/>
            <a:ext cx="7681035" cy="359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85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079AC3-1E06-43ED-537E-7DDE6CBEDF04}"/>
              </a:ext>
            </a:extLst>
          </p:cNvPr>
          <p:cNvSpPr txBox="1"/>
          <p:nvPr/>
        </p:nvSpPr>
        <p:spPr>
          <a:xfrm>
            <a:off x="2073729" y="1404257"/>
            <a:ext cx="6417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Are The End Users</a:t>
            </a:r>
            <a:endParaRPr lang="en-I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113BBF-5DF0-B0B1-EC97-2A221474FC0A}"/>
              </a:ext>
            </a:extLst>
          </p:cNvPr>
          <p:cNvSpPr txBox="1"/>
          <p:nvPr/>
        </p:nvSpPr>
        <p:spPr>
          <a:xfrm>
            <a:off x="2073729" y="2481943"/>
            <a:ext cx="6613071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Administrators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Administrators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Professionals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611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F36BBF-99FC-2F94-88F6-B59283A8210C}"/>
              </a:ext>
            </a:extLst>
          </p:cNvPr>
          <p:cNvSpPr txBox="1"/>
          <p:nvPr/>
        </p:nvSpPr>
        <p:spPr>
          <a:xfrm>
            <a:off x="1762812" y="1527142"/>
            <a:ext cx="3902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BA070-AA9B-4C30-F9F8-743C4E5C5A97}"/>
              </a:ext>
            </a:extLst>
          </p:cNvPr>
          <p:cNvSpPr txBox="1"/>
          <p:nvPr/>
        </p:nvSpPr>
        <p:spPr>
          <a:xfrm>
            <a:off x="1828800" y="2168165"/>
            <a:ext cx="9539926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 injection attackers are smarter and more comprehensive in finding vulnerable websites.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Hackers can use various tools to speed up the process of exploiting vulnerabilities.</a:t>
            </a:r>
            <a:endParaRPr lang="en-IN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Preventing SQL injection requires a proactive and multi-faceted approach.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adopting these preventive measures, organizations can significantly reduce the risk of SQL injection attacks and safeguard their databases and applications against unauthorized access, data manipulation, and other potential security breaches.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63722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50</TotalTime>
  <Words>360</Words>
  <Application>Microsoft Office PowerPoint</Application>
  <PresentationFormat>Widescreen</PresentationFormat>
  <Paragraphs>54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Bebas Neue</vt:lpstr>
      <vt:lpstr>Calibri</vt:lpstr>
      <vt:lpstr>Century Gothic</vt:lpstr>
      <vt:lpstr>Exo 2</vt:lpstr>
      <vt:lpstr>Times New Roman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AFTER SQL INJECTION ATTACK</vt:lpstr>
      <vt:lpstr>RESULTS AFTER SQL INJECTION ATTACK</vt:lpstr>
      <vt:lpstr>RESULTS AFTER SQL INJECTION PREVENTION</vt:lpstr>
      <vt:lpstr>RESULTS AFTER SQL INJECTION PREVENTION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Vishnu Ambati</dc:creator>
  <cp:lastModifiedBy>Vishnu Ambati</cp:lastModifiedBy>
  <cp:revision>1</cp:revision>
  <dcterms:created xsi:type="dcterms:W3CDTF">2023-06-01T04:03:40Z</dcterms:created>
  <dcterms:modified xsi:type="dcterms:W3CDTF">2023-06-01T04:54:12Z</dcterms:modified>
</cp:coreProperties>
</file>